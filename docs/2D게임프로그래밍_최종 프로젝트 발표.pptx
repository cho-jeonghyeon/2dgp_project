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F423C0B-24CF-4C3C-8A59-7768EA0501B5}" styleName="Normal Style 1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7046191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158314" y="6076389"/>
            <a:ext cx="6508751" cy="5468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3000">
                <a:solidFill>
                  <a:schemeClr val="lt1"/>
                </a:solidFill>
              </a:rPr>
              <a:t>2022184038</a:t>
            </a:r>
            <a:r>
              <a:rPr lang="ko-KR" altLang="en-US" sz="3000">
                <a:solidFill>
                  <a:schemeClr val="lt1"/>
                </a:solidFill>
              </a:rPr>
              <a:t> 조정현</a:t>
            </a:r>
            <a:endParaRPr lang="ko-KR" altLang="en-US" sz="30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20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4172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"/>
          <p:cNvCxnSpPr/>
          <p:nvPr/>
        </p:nvCxnSpPr>
        <p:spPr>
          <a:xfrm>
            <a:off x="9020968" y="1943616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3" name=""/>
          <p:cNvSpPr txBox="1"/>
          <p:nvPr/>
        </p:nvSpPr>
        <p:spPr>
          <a:xfrm>
            <a:off x="9521030" y="1761807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9020970" y="2310448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5" name=""/>
          <p:cNvSpPr txBox="1"/>
          <p:nvPr/>
        </p:nvSpPr>
        <p:spPr>
          <a:xfrm>
            <a:off x="9521032" y="2128639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6" name=""/>
          <p:cNvCxnSpPr/>
          <p:nvPr/>
        </p:nvCxnSpPr>
        <p:spPr>
          <a:xfrm>
            <a:off x="9020970" y="2677280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7" name=""/>
          <p:cNvSpPr txBox="1"/>
          <p:nvPr/>
        </p:nvSpPr>
        <p:spPr>
          <a:xfrm>
            <a:off x="9521032" y="2495471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8" name=""/>
          <p:cNvCxnSpPr/>
          <p:nvPr/>
        </p:nvCxnSpPr>
        <p:spPr>
          <a:xfrm>
            <a:off x="9020970" y="3098046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9" name=""/>
          <p:cNvSpPr txBox="1"/>
          <p:nvPr/>
        </p:nvSpPr>
        <p:spPr>
          <a:xfrm>
            <a:off x="9521032" y="2916237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graphicFrame>
        <p:nvGraphicFramePr>
          <p:cNvPr id="30" name=""/>
          <p:cNvGraphicFramePr>
            <a:graphicFrameLocks noGrp="1"/>
          </p:cNvGraphicFramePr>
          <p:nvPr/>
        </p:nvGraphicFramePr>
        <p:xfrm>
          <a:off x="892969" y="1761807"/>
          <a:ext cx="8127999" cy="3334385"/>
        </p:xfrm>
        <a:graphic>
          <a:graphicData uri="http://schemas.openxmlformats.org/drawingml/2006/table">
            <a:tbl>
              <a:tblPr firstRow="1" bandRow="1">
                <a:tableStyleId>{1F423C0B-24CF-4C3C-8A59-7768EA0501B5}</a:tableStyleId>
              </a:tblPr>
              <a:tblGrid>
                <a:gridCol w="980281"/>
                <a:gridCol w="7147718"/>
              </a:tblGrid>
              <a:tr h="116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1주차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기본 캐릭터/행성 리소스 불러오기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게임 모드 구조 전체 분리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케릭터 이동 및 드릴 회전 구현 + 충돌 판정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각 모드별 세부 디테일 보완 및 </a:t>
                      </a: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UI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 추가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행성 구조(지각-맨틀-외핵-내핵)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광물 채력/가시 데미지 시스템 + 우주선 체력/방어력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7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자원 구현</a:t>
                      </a: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 경험치/레벨업 + 로그라이크 선택 시스템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8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무기 시스템(원거리 공격) 추가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cccccc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9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주차</a:t>
                      </a:r>
                      <a:endPara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밸런싱, 버그 수정</a:t>
                      </a:r>
                      <a:r>
                        <a:rPr xmlns:mc="http://schemas.openxmlformats.org/markup-compatibility/2006" xmlns:hp="http://schemas.haansoft.com/office/presentation/8.0" kumimoji="0" lang="en-US" altLang="ko-KR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</a:rPr>
                        <a:t> 사운드</a:t>
                      </a: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</a:endParaRPr>
                    </a:p>
                  </a:txBody>
                  <a:tcPr marL="91440" marR="91440">
                    <a:lnL w="1270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5e5e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87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"/>
          <p:cNvCxnSpPr/>
          <p:nvPr/>
        </p:nvCxnSpPr>
        <p:spPr>
          <a:xfrm>
            <a:off x="9020968" y="1943616"/>
            <a:ext cx="500062" cy="0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/>
          <p:cNvSpPr txBox="1"/>
          <p:nvPr/>
        </p:nvSpPr>
        <p:spPr>
          <a:xfrm>
            <a:off x="9521030" y="1761807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100%</a:t>
            </a:r>
            <a:endParaRPr lang="en-US" altLang="ko-KR"/>
          </a:p>
        </p:txBody>
      </p:sp>
      <p:cxnSp>
        <p:nvCxnSpPr>
          <p:cNvPr id="9" name=""/>
          <p:cNvCxnSpPr/>
          <p:nvPr/>
        </p:nvCxnSpPr>
        <p:spPr>
          <a:xfrm>
            <a:off x="9020970" y="2310448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0" name=""/>
          <p:cNvSpPr txBox="1"/>
          <p:nvPr/>
        </p:nvSpPr>
        <p:spPr>
          <a:xfrm>
            <a:off x="9521032" y="2128639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1" name=""/>
          <p:cNvCxnSpPr/>
          <p:nvPr/>
        </p:nvCxnSpPr>
        <p:spPr>
          <a:xfrm>
            <a:off x="9020970" y="2677280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2" name=""/>
          <p:cNvSpPr txBox="1"/>
          <p:nvPr/>
        </p:nvSpPr>
        <p:spPr>
          <a:xfrm>
            <a:off x="9521032" y="2495471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3" name=""/>
          <p:cNvCxnSpPr/>
          <p:nvPr/>
        </p:nvCxnSpPr>
        <p:spPr>
          <a:xfrm>
            <a:off x="9020970" y="3098046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4" name=""/>
          <p:cNvSpPr txBox="1"/>
          <p:nvPr/>
        </p:nvSpPr>
        <p:spPr>
          <a:xfrm>
            <a:off x="9521032" y="2916237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graphicFrame>
        <p:nvGraphicFramePr>
          <p:cNvPr id="15" name=""/>
          <p:cNvGraphicFramePr>
            <a:graphicFrameLocks noGrp="1"/>
          </p:cNvGraphicFramePr>
          <p:nvPr/>
        </p:nvGraphicFramePr>
        <p:xfrm>
          <a:off x="892969" y="1761807"/>
          <a:ext cx="8127999" cy="3334385"/>
        </p:xfrm>
        <a:graphic>
          <a:graphicData uri="http://schemas.openxmlformats.org/drawingml/2006/table">
            <a:tbl>
              <a:tblPr firstRow="1" bandRow="1">
                <a:tableStyleId>{1F423C0B-24CF-4C3C-8A59-7768EA0501B5}</a:tableStyleId>
              </a:tblPr>
              <a:tblGrid>
                <a:gridCol w="980281"/>
                <a:gridCol w="7147718"/>
              </a:tblGrid>
              <a:tr h="116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1주차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기본 캐릭터/행성 리소스 불러오기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2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게임 모드 구조 전체 분리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3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케릭터 이동 및 드릴 회전 구현 + 충돌 판정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4</a:t>
                      </a:r>
                      <a:r>
                        <a:rPr lang="ko-KR" altLang="en-US"/>
                        <a:t>주차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각 모드별 세부 디테일 보완 및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UI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추가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5</a:t>
                      </a:r>
                      <a:r>
                        <a:rPr lang="ko-KR" altLang="en-US"/>
                        <a:t>주차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행성 구조(지각-맨틀-외핵-내핵)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-&gt;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txt 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파일로 구현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개중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개 구현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6</a:t>
                      </a:r>
                      <a:r>
                        <a:rPr lang="ko-KR" altLang="en-US"/>
                        <a:t>주차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광물 채력/가시 데미지 시스템 + 우주선 체력/방어력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7</a:t>
                      </a:r>
                      <a:r>
                        <a:rPr lang="ko-KR" altLang="en-US"/>
                        <a:t>주차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자원 구현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경험치/레벨업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 로그라이크 선택 시스템 미구현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8</a:t>
                      </a:r>
                      <a:r>
                        <a:rPr lang="ko-KR" altLang="en-US"/>
                        <a:t>주차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무기 시스템(원거리 공격) 미구현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9</a:t>
                      </a:r>
                      <a:r>
                        <a:rPr lang="ko-KR" altLang="en-US"/>
                        <a:t>주차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밸런싱, 버그 수정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사운드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시각적 효과 추가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16" name=""/>
          <p:cNvCxnSpPr/>
          <p:nvPr/>
        </p:nvCxnSpPr>
        <p:spPr>
          <a:xfrm>
            <a:off x="9020971" y="3429000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7" name=""/>
          <p:cNvSpPr txBox="1"/>
          <p:nvPr/>
        </p:nvSpPr>
        <p:spPr>
          <a:xfrm>
            <a:off x="9521033" y="3247191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8" name=""/>
          <p:cNvCxnSpPr/>
          <p:nvPr/>
        </p:nvCxnSpPr>
        <p:spPr>
          <a:xfrm>
            <a:off x="9020971" y="3795832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19" name=""/>
          <p:cNvSpPr txBox="1"/>
          <p:nvPr/>
        </p:nvSpPr>
        <p:spPr>
          <a:xfrm>
            <a:off x="9521033" y="3614023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0" name=""/>
          <p:cNvCxnSpPr/>
          <p:nvPr/>
        </p:nvCxnSpPr>
        <p:spPr>
          <a:xfrm>
            <a:off x="9020971" y="4162664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1" name=""/>
          <p:cNvSpPr txBox="1"/>
          <p:nvPr/>
        </p:nvSpPr>
        <p:spPr>
          <a:xfrm>
            <a:off x="9521033" y="3980855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70%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9020968" y="4529496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3" name=""/>
          <p:cNvSpPr txBox="1"/>
          <p:nvPr/>
        </p:nvSpPr>
        <p:spPr>
          <a:xfrm>
            <a:off x="9521030" y="4347687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9020971" y="4896328"/>
            <a:ext cx="500062" cy="0"/>
          </a:xfrm>
          <a:prstGeom prst="straightConnector1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5" name=""/>
          <p:cNvSpPr txBox="1"/>
          <p:nvPr/>
        </p:nvSpPr>
        <p:spPr>
          <a:xfrm>
            <a:off x="9521033" y="4714519"/>
            <a:ext cx="827483" cy="36683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6423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25531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7653617" cy="4568769"/>
          </a:xfrm>
          <a:prstGeom prst="rect">
            <a:avLst/>
          </a:prstGeom>
        </p:spPr>
      </p:pic>
      <p:graphicFrame>
        <p:nvGraphicFramePr>
          <p:cNvPr id="8" name=""/>
          <p:cNvGraphicFramePr>
            <a:graphicFrameLocks noGrp="1"/>
          </p:cNvGraphicFramePr>
          <p:nvPr/>
        </p:nvGraphicFramePr>
        <p:xfrm>
          <a:off x="7108264" y="4262119"/>
          <a:ext cx="5083736" cy="25958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541868"/>
                <a:gridCol w="2541868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28 sep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4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26 oct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2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9 nov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42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16 nov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17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23 nov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27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30 nov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21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week of 7 dec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7</a:t>
                      </a: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330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4094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</ep:Words>
  <ep:PresentationFormat>화면 슬라이드 쇼(4:3)</ep:PresentationFormat>
  <ep:Paragraphs>14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한컴오피스</vt:lpstr>
      <vt:lpstr>슬라이드 1</vt:lpstr>
      <vt:lpstr>슬라이드 2</vt:lpstr>
      <vt:lpstr>슬라이드 3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2025-11-12T13:35:25.355</dcterms:created>
  <dc:creator>user</dc:creator>
  <cp:lastModifiedBy>user</cp:lastModifiedBy>
  <dcterms:modified xsi:type="dcterms:W3CDTF">2025-12-10T14:36:09.118</dcterms:modified>
  <cp:revision>21</cp:revision>
  <cp:version>12.0.0.535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