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presProps" Target="presProps.xml"  /><Relationship Id="rId6" Type="http://schemas.openxmlformats.org/officeDocument/2006/relationships/viewProps" Target="viewProps.xml"  /><Relationship Id="rId7" Type="http://schemas.openxmlformats.org/officeDocument/2006/relationships/theme" Target="theme/theme1.xml"  /><Relationship Id="rId8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1" y="-222485"/>
            <a:ext cx="12192000" cy="814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3200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02245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25537"/>
            <a:ext cx="12192000" cy="640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3308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>화면 슬라이드 쇼(4:3)</ep:PresentationFormat>
  <ep:Paragraphs>4</ep:Paragraphs>
  <ep:Slides>3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ep:HeadingPairs>
  <ep:TitlesOfParts>
    <vt:vector size="4" baseType="lpstr">
      <vt:lpstr>한컴오피스</vt:lpstr>
      <vt:lpstr>슬라이드 1</vt:lpstr>
      <vt:lpstr>슬라이드 2</vt:lpstr>
      <vt:lpstr>슬라이드 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2025-11-12T13:35:25.355</dcterms:created>
  <dc:creator>user</dc:creator>
  <cp:lastModifiedBy>user</cp:lastModifiedBy>
  <dcterms:modified xsi:type="dcterms:W3CDTF">2025-11-12T13:46:49.359</dcterms:modified>
  <cp:revision>2</cp:revision>
  <cp:version>12.0.0.535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